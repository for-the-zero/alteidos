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4385925" cy="4762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88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98241" y="779419"/>
            <a:ext cx="10789444" cy="1658056"/>
          </a:xfrm>
        </p:spPr>
        <p:txBody>
          <a:bodyPr anchor="b"/>
          <a:lstStyle>
            <a:lvl1pPr algn="ctr">
              <a:defRPr sz="41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8241" y="2501415"/>
            <a:ext cx="10789444" cy="1149835"/>
          </a:xfrm>
        </p:spPr>
        <p:txBody>
          <a:bodyPr/>
          <a:lstStyle>
            <a:lvl1pPr marL="0" indent="0" algn="ctr">
              <a:buNone/>
              <a:defRPr sz="1665"/>
            </a:lvl1pPr>
            <a:lvl2pPr marL="317500" indent="0" algn="ctr">
              <a:buNone/>
              <a:defRPr sz="1390"/>
            </a:lvl2pPr>
            <a:lvl3pPr marL="635000" indent="0" algn="ctr">
              <a:buNone/>
              <a:defRPr sz="1250"/>
            </a:lvl3pPr>
            <a:lvl4pPr marL="952500" indent="0" algn="ctr">
              <a:buNone/>
              <a:defRPr sz="1110"/>
            </a:lvl4pPr>
            <a:lvl5pPr marL="1270000" indent="0" algn="ctr">
              <a:buNone/>
              <a:defRPr sz="1110"/>
            </a:lvl5pPr>
            <a:lvl6pPr marL="1587500" indent="0" algn="ctr">
              <a:buNone/>
              <a:defRPr sz="1110"/>
            </a:lvl6pPr>
            <a:lvl7pPr marL="1905000" indent="0" algn="ctr">
              <a:buNone/>
              <a:defRPr sz="1110"/>
            </a:lvl7pPr>
            <a:lvl8pPr marL="2222500" indent="0" algn="ctr">
              <a:buNone/>
              <a:defRPr sz="1110"/>
            </a:lvl8pPr>
            <a:lvl9pPr marL="2540000" indent="0" algn="ctr">
              <a:buNone/>
              <a:defRPr sz="111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540" y="1187319"/>
            <a:ext cx="12407860" cy="1981067"/>
          </a:xfrm>
        </p:spPr>
        <p:txBody>
          <a:bodyPr anchor="b"/>
          <a:lstStyle>
            <a:lvl1pPr>
              <a:defRPr sz="41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1540" y="3187127"/>
            <a:ext cx="12407860" cy="1041797"/>
          </a:xfrm>
        </p:spPr>
        <p:txBody>
          <a:bodyPr/>
          <a:lstStyle>
            <a:lvl1pPr marL="0" indent="0">
              <a:buNone/>
              <a:defRPr sz="1665">
                <a:solidFill>
                  <a:schemeClr val="tx1">
                    <a:tint val="82000"/>
                  </a:schemeClr>
                </a:solidFill>
              </a:defRPr>
            </a:lvl1pPr>
            <a:lvl2pPr marL="317500" indent="0">
              <a:buNone/>
              <a:defRPr sz="1390">
                <a:solidFill>
                  <a:schemeClr val="tx1">
                    <a:tint val="82000"/>
                  </a:schemeClr>
                </a:solidFill>
              </a:defRPr>
            </a:lvl2pPr>
            <a:lvl3pPr marL="635000" indent="0">
              <a:buNone/>
              <a:defRPr sz="1250">
                <a:solidFill>
                  <a:schemeClr val="tx1">
                    <a:tint val="82000"/>
                  </a:schemeClr>
                </a:solidFill>
              </a:defRPr>
            </a:lvl3pPr>
            <a:lvl4pPr marL="952500" indent="0">
              <a:buNone/>
              <a:defRPr sz="1110">
                <a:solidFill>
                  <a:schemeClr val="tx1">
                    <a:tint val="82000"/>
                  </a:schemeClr>
                </a:solidFill>
              </a:defRPr>
            </a:lvl4pPr>
            <a:lvl5pPr marL="1270000" indent="0">
              <a:buNone/>
              <a:defRPr sz="1110">
                <a:solidFill>
                  <a:schemeClr val="tx1">
                    <a:tint val="82000"/>
                  </a:schemeClr>
                </a:solidFill>
              </a:defRPr>
            </a:lvl5pPr>
            <a:lvl6pPr marL="1587500" indent="0">
              <a:buNone/>
              <a:defRPr sz="1110">
                <a:solidFill>
                  <a:schemeClr val="tx1">
                    <a:tint val="82000"/>
                  </a:schemeClr>
                </a:solidFill>
              </a:defRPr>
            </a:lvl6pPr>
            <a:lvl7pPr marL="1905000" indent="0">
              <a:buNone/>
              <a:defRPr sz="1110">
                <a:solidFill>
                  <a:schemeClr val="tx1">
                    <a:tint val="82000"/>
                  </a:schemeClr>
                </a:solidFill>
              </a:defRPr>
            </a:lvl7pPr>
            <a:lvl8pPr marL="2222500" indent="0">
              <a:buNone/>
              <a:defRPr sz="1110">
                <a:solidFill>
                  <a:schemeClr val="tx1">
                    <a:tint val="82000"/>
                  </a:schemeClr>
                </a:solidFill>
              </a:defRPr>
            </a:lvl8pPr>
            <a:lvl9pPr marL="2540000" indent="0">
              <a:buNone/>
              <a:defRPr sz="111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9032" y="1267795"/>
            <a:ext cx="6114018" cy="3021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82875" y="1267795"/>
            <a:ext cx="6114018" cy="30217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906" y="253559"/>
            <a:ext cx="12407860" cy="92053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907" y="1167474"/>
            <a:ext cx="6085920" cy="572161"/>
          </a:xfrm>
        </p:spPr>
        <p:txBody>
          <a:bodyPr anchor="b"/>
          <a:lstStyle>
            <a:lvl1pPr marL="0" indent="0">
              <a:buNone/>
              <a:defRPr sz="1665" b="1"/>
            </a:lvl1pPr>
            <a:lvl2pPr marL="317500" indent="0">
              <a:buNone/>
              <a:defRPr sz="1390" b="1"/>
            </a:lvl2pPr>
            <a:lvl3pPr marL="635000" indent="0">
              <a:buNone/>
              <a:defRPr sz="1250" b="1"/>
            </a:lvl3pPr>
            <a:lvl4pPr marL="952500" indent="0">
              <a:buNone/>
              <a:defRPr sz="1110" b="1"/>
            </a:lvl4pPr>
            <a:lvl5pPr marL="1270000" indent="0">
              <a:buNone/>
              <a:defRPr sz="1110" b="1"/>
            </a:lvl5pPr>
            <a:lvl6pPr marL="1587500" indent="0">
              <a:buNone/>
              <a:defRPr sz="1110" b="1"/>
            </a:lvl6pPr>
            <a:lvl7pPr marL="1905000" indent="0">
              <a:buNone/>
              <a:defRPr sz="1110" b="1"/>
            </a:lvl7pPr>
            <a:lvl8pPr marL="2222500" indent="0">
              <a:buNone/>
              <a:defRPr sz="1110" b="1"/>
            </a:lvl8pPr>
            <a:lvl9pPr marL="2540000" indent="0">
              <a:buNone/>
              <a:defRPr sz="111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0907" y="1739635"/>
            <a:ext cx="6085920" cy="255874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82874" y="1167474"/>
            <a:ext cx="6115892" cy="572161"/>
          </a:xfrm>
        </p:spPr>
        <p:txBody>
          <a:bodyPr anchor="b"/>
          <a:lstStyle>
            <a:lvl1pPr marL="0" indent="0">
              <a:buNone/>
              <a:defRPr sz="1665" b="1"/>
            </a:lvl1pPr>
            <a:lvl2pPr marL="317500" indent="0">
              <a:buNone/>
              <a:defRPr sz="1390" b="1"/>
            </a:lvl2pPr>
            <a:lvl3pPr marL="635000" indent="0">
              <a:buNone/>
              <a:defRPr sz="1250" b="1"/>
            </a:lvl3pPr>
            <a:lvl4pPr marL="952500" indent="0">
              <a:buNone/>
              <a:defRPr sz="1110" b="1"/>
            </a:lvl4pPr>
            <a:lvl5pPr marL="1270000" indent="0">
              <a:buNone/>
              <a:defRPr sz="1110" b="1"/>
            </a:lvl5pPr>
            <a:lvl6pPr marL="1587500" indent="0">
              <a:buNone/>
              <a:defRPr sz="1110" b="1"/>
            </a:lvl6pPr>
            <a:lvl7pPr marL="1905000" indent="0">
              <a:buNone/>
              <a:defRPr sz="1110" b="1"/>
            </a:lvl7pPr>
            <a:lvl8pPr marL="2222500" indent="0">
              <a:buNone/>
              <a:defRPr sz="1110" b="1"/>
            </a:lvl8pPr>
            <a:lvl9pPr marL="2540000" indent="0">
              <a:buNone/>
              <a:defRPr sz="111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82874" y="1739635"/>
            <a:ext cx="6115892" cy="255874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907" y="317500"/>
            <a:ext cx="4639835" cy="1111250"/>
          </a:xfrm>
        </p:spPr>
        <p:txBody>
          <a:bodyPr anchor="b"/>
          <a:lstStyle>
            <a:lvl1pPr>
              <a:defRPr sz="22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892" y="685712"/>
            <a:ext cx="7282875" cy="3384462"/>
          </a:xfrm>
        </p:spPr>
        <p:txBody>
          <a:bodyPr/>
          <a:lstStyle>
            <a:lvl1pPr>
              <a:defRPr sz="2220"/>
            </a:lvl1pPr>
            <a:lvl2pPr>
              <a:defRPr sz="1945"/>
            </a:lvl2pPr>
            <a:lvl3pPr>
              <a:defRPr sz="1665"/>
            </a:lvl3pPr>
            <a:lvl4pPr>
              <a:defRPr sz="1390"/>
            </a:lvl4pPr>
            <a:lvl5pPr>
              <a:defRPr sz="1390"/>
            </a:lvl5pPr>
            <a:lvl6pPr>
              <a:defRPr sz="1390"/>
            </a:lvl6pPr>
            <a:lvl7pPr>
              <a:defRPr sz="1390"/>
            </a:lvl7pPr>
            <a:lvl8pPr>
              <a:defRPr sz="1390"/>
            </a:lvl8pPr>
            <a:lvl9pPr>
              <a:defRPr sz="139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0907" y="1428750"/>
            <a:ext cx="4639835" cy="2646936"/>
          </a:xfrm>
        </p:spPr>
        <p:txBody>
          <a:bodyPr/>
          <a:lstStyle>
            <a:lvl1pPr marL="0" indent="0">
              <a:buNone/>
              <a:defRPr sz="1110"/>
            </a:lvl1pPr>
            <a:lvl2pPr marL="317500" indent="0">
              <a:buNone/>
              <a:defRPr sz="970"/>
            </a:lvl2pPr>
            <a:lvl3pPr marL="635000" indent="0">
              <a:buNone/>
              <a:defRPr sz="835"/>
            </a:lvl3pPr>
            <a:lvl4pPr marL="952500" indent="0">
              <a:buNone/>
              <a:defRPr sz="695"/>
            </a:lvl4pPr>
            <a:lvl5pPr marL="1270000" indent="0">
              <a:buNone/>
              <a:defRPr sz="695"/>
            </a:lvl5pPr>
            <a:lvl6pPr marL="1587500" indent="0">
              <a:buNone/>
              <a:defRPr sz="695"/>
            </a:lvl6pPr>
            <a:lvl7pPr marL="1905000" indent="0">
              <a:buNone/>
              <a:defRPr sz="695"/>
            </a:lvl7pPr>
            <a:lvl8pPr marL="2222500" indent="0">
              <a:buNone/>
              <a:defRPr sz="695"/>
            </a:lvl8pPr>
            <a:lvl9pPr marL="2540000" indent="0">
              <a:buNone/>
              <a:defRPr sz="69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907" y="317500"/>
            <a:ext cx="4639835" cy="1111250"/>
          </a:xfrm>
        </p:spPr>
        <p:txBody>
          <a:bodyPr anchor="b"/>
          <a:lstStyle>
            <a:lvl1pPr>
              <a:defRPr sz="22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15892" y="685712"/>
            <a:ext cx="7282875" cy="3384462"/>
          </a:xfrm>
        </p:spPr>
        <p:txBody>
          <a:bodyPr anchor="t"/>
          <a:lstStyle>
            <a:lvl1pPr marL="0" indent="0">
              <a:buNone/>
              <a:defRPr sz="2220"/>
            </a:lvl1pPr>
            <a:lvl2pPr marL="317500" indent="0">
              <a:buNone/>
              <a:defRPr sz="1945"/>
            </a:lvl2pPr>
            <a:lvl3pPr marL="635000" indent="0">
              <a:buNone/>
              <a:defRPr sz="1665"/>
            </a:lvl3pPr>
            <a:lvl4pPr marL="952500" indent="0">
              <a:buNone/>
              <a:defRPr sz="1390"/>
            </a:lvl4pPr>
            <a:lvl5pPr marL="1270000" indent="0">
              <a:buNone/>
              <a:defRPr sz="1390"/>
            </a:lvl5pPr>
            <a:lvl6pPr marL="1587500" indent="0">
              <a:buNone/>
              <a:defRPr sz="1390"/>
            </a:lvl6pPr>
            <a:lvl7pPr marL="1905000" indent="0">
              <a:buNone/>
              <a:defRPr sz="1390"/>
            </a:lvl7pPr>
            <a:lvl8pPr marL="2222500" indent="0">
              <a:buNone/>
              <a:defRPr sz="1390"/>
            </a:lvl8pPr>
            <a:lvl9pPr marL="2540000" indent="0">
              <a:buNone/>
              <a:defRPr sz="139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0907" y="1428750"/>
            <a:ext cx="4639835" cy="2646936"/>
          </a:xfrm>
        </p:spPr>
        <p:txBody>
          <a:bodyPr/>
          <a:lstStyle>
            <a:lvl1pPr marL="0" indent="0">
              <a:buNone/>
              <a:defRPr sz="1110"/>
            </a:lvl1pPr>
            <a:lvl2pPr marL="317500" indent="0">
              <a:buNone/>
              <a:defRPr sz="970"/>
            </a:lvl2pPr>
            <a:lvl3pPr marL="635000" indent="0">
              <a:buNone/>
              <a:defRPr sz="835"/>
            </a:lvl3pPr>
            <a:lvl4pPr marL="952500" indent="0">
              <a:buNone/>
              <a:defRPr sz="695"/>
            </a:lvl4pPr>
            <a:lvl5pPr marL="1270000" indent="0">
              <a:buNone/>
              <a:defRPr sz="695"/>
            </a:lvl5pPr>
            <a:lvl6pPr marL="1587500" indent="0">
              <a:buNone/>
              <a:defRPr sz="695"/>
            </a:lvl6pPr>
            <a:lvl7pPr marL="1905000" indent="0">
              <a:buNone/>
              <a:defRPr sz="695"/>
            </a:lvl7pPr>
            <a:lvl8pPr marL="2222500" indent="0">
              <a:buNone/>
              <a:defRPr sz="695"/>
            </a:lvl8pPr>
            <a:lvl9pPr marL="2540000" indent="0">
              <a:buNone/>
              <a:defRPr sz="69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4928" y="253559"/>
            <a:ext cx="3101965" cy="40359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89032" y="253559"/>
            <a:ext cx="9126071" cy="40359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78522-B719-4B3C-8432-AAA105038F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061A7-8DC5-4ABF-8047-366E7F29644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9033" y="253559"/>
            <a:ext cx="12407860" cy="9205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033" y="1267795"/>
            <a:ext cx="12407860" cy="3021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89032" y="4414132"/>
            <a:ext cx="3236833" cy="2535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078522-B719-4B3C-8432-AAA105038F1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65338" y="4414132"/>
            <a:ext cx="4855250" cy="2535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60" y="4414132"/>
            <a:ext cx="3236833" cy="2535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F061A7-8DC5-4ABF-8047-366E7F29644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35000" rtl="0" eaLnBrk="1" latinLnBrk="0" hangingPunct="1">
        <a:lnSpc>
          <a:spcPct val="90000"/>
        </a:lnSpc>
        <a:spcBef>
          <a:spcPct val="0"/>
        </a:spcBef>
        <a:buNone/>
        <a:defRPr sz="30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750" indent="-158750" algn="l" defTabSz="635000" rtl="0" eaLnBrk="1" latinLnBrk="0" hangingPunct="1">
        <a:lnSpc>
          <a:spcPct val="90000"/>
        </a:lnSpc>
        <a:spcBef>
          <a:spcPts val="695"/>
        </a:spcBef>
        <a:buFont typeface="Arial" panose="020B0604020202020204" pitchFamily="34" charset="0"/>
        <a:buChar char="•"/>
        <a:defRPr sz="1945" kern="1200">
          <a:solidFill>
            <a:schemeClr val="tx1"/>
          </a:solidFill>
          <a:latin typeface="+mn-lt"/>
          <a:ea typeface="+mn-ea"/>
          <a:cs typeface="+mn-cs"/>
        </a:defRPr>
      </a:lvl1pPr>
      <a:lvl2pPr marL="476250" indent="-158750" algn="l" defTabSz="63500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2pPr>
      <a:lvl3pPr marL="793750" indent="-158750" algn="l" defTabSz="63500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390" kern="1200">
          <a:solidFill>
            <a:schemeClr val="tx1"/>
          </a:solidFill>
          <a:latin typeface="+mn-lt"/>
          <a:ea typeface="+mn-ea"/>
          <a:cs typeface="+mn-cs"/>
        </a:defRPr>
      </a:lvl3pPr>
      <a:lvl4pPr marL="1111250" indent="-158750" algn="l" defTabSz="63500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4pPr>
      <a:lvl5pPr marL="1428750" indent="-158750" algn="l" defTabSz="63500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1746250" indent="-158750" algn="l" defTabSz="63500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063750" indent="-158750" algn="l" defTabSz="63500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7pPr>
      <a:lvl8pPr marL="2381250" indent="-158750" algn="l" defTabSz="63500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2698750" indent="-158750" algn="l" defTabSz="635000" rtl="0" eaLnBrk="1" latinLnBrk="0" hangingPunct="1">
        <a:lnSpc>
          <a:spcPct val="90000"/>
        </a:lnSpc>
        <a:spcBef>
          <a:spcPts val="345"/>
        </a:spcBef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50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1pPr>
      <a:lvl2pPr marL="317500" algn="l" defTabSz="6350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635000" algn="l" defTabSz="6350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3pPr>
      <a:lvl4pPr marL="952500" algn="l" defTabSz="6350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4pPr>
      <a:lvl5pPr marL="1270000" algn="l" defTabSz="6350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1587500" algn="l" defTabSz="6350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1905000" algn="l" defTabSz="6350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7pPr>
      <a:lvl8pPr marL="2222500" algn="l" defTabSz="6350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8pPr>
      <a:lvl9pPr marL="2540000" algn="l" defTabSz="6350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头图原图"/>
          <p:cNvPicPr>
            <a:picLocks noChangeAspect="1"/>
          </p:cNvPicPr>
          <p:nvPr/>
        </p:nvPicPr>
        <p:blipFill>
          <a:blip r:embed="rId1"/>
          <a:srcRect l="-265" r="11339" b="32071"/>
          <a:stretch>
            <a:fillRect/>
          </a:stretch>
        </p:blipFill>
        <p:spPr>
          <a:xfrm>
            <a:off x="5180330" y="808355"/>
            <a:ext cx="9205595" cy="39541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WPS 演示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Arial Unicode MS</vt:lpstr>
      <vt:lpstr>等线 Light</vt:lpstr>
      <vt:lpstr>Aptos Display</vt:lpstr>
      <vt:lpstr>Segoe UI</vt:lpstr>
      <vt:lpstr>等线</vt:lpstr>
      <vt:lpstr>Aptos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for_the_zero</dc:creator>
  <cp:lastModifiedBy>for_the_zero</cp:lastModifiedBy>
  <cp:revision>3</cp:revision>
  <dcterms:created xsi:type="dcterms:W3CDTF">2026-02-17T16:00:00Z</dcterms:created>
  <dcterms:modified xsi:type="dcterms:W3CDTF">2026-02-18T02:18:07Z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F32A06E80BD845C8BBFCE3736C2F9909_12</vt:lpwstr>
  </property>
  <property fmtid="{D5CDD505-2E9C-101B-9397-08002B2CF9AE}" pid="3" name="KSOProductBuildVer">
    <vt:lpwstr>2052-12.1.0.24034</vt:lpwstr>
  </property>
</Properties>
</file>