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3808413" cy="380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684" y="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1" y="623275"/>
            <a:ext cx="3237151" cy="1325892"/>
          </a:xfrm>
        </p:spPr>
        <p:txBody>
          <a:bodyPr anchor="b"/>
          <a:lstStyle>
            <a:lvl1pPr algn="ctr">
              <a:defRPr sz="24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052" y="2000298"/>
            <a:ext cx="2856310" cy="919485"/>
          </a:xfrm>
        </p:spPr>
        <p:txBody>
          <a:bodyPr/>
          <a:lstStyle>
            <a:lvl1pPr marL="0" indent="0" algn="ctr">
              <a:buNone/>
              <a:defRPr sz="1000"/>
            </a:lvl1pPr>
            <a:lvl2pPr marL="190424" indent="0" algn="ctr">
              <a:buNone/>
              <a:defRPr sz="833"/>
            </a:lvl2pPr>
            <a:lvl3pPr marL="380848" indent="0" algn="ctr">
              <a:buNone/>
              <a:defRPr sz="750"/>
            </a:lvl3pPr>
            <a:lvl4pPr marL="571271" indent="0" algn="ctr">
              <a:buNone/>
              <a:defRPr sz="666"/>
            </a:lvl4pPr>
            <a:lvl5pPr marL="761695" indent="0" algn="ctr">
              <a:buNone/>
              <a:defRPr sz="666"/>
            </a:lvl5pPr>
            <a:lvl6pPr marL="952119" indent="0" algn="ctr">
              <a:buNone/>
              <a:defRPr sz="666"/>
            </a:lvl6pPr>
            <a:lvl7pPr marL="1142543" indent="0" algn="ctr">
              <a:buNone/>
              <a:defRPr sz="666"/>
            </a:lvl7pPr>
            <a:lvl8pPr marL="1332967" indent="0" algn="ctr">
              <a:buNone/>
              <a:defRPr sz="666"/>
            </a:lvl8pPr>
            <a:lvl9pPr marL="1523390" indent="0" algn="ctr">
              <a:buNone/>
              <a:defRPr sz="66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20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7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45" y="949459"/>
            <a:ext cx="3284756" cy="1584194"/>
          </a:xfrm>
        </p:spPr>
        <p:txBody>
          <a:bodyPr anchor="b"/>
          <a:lstStyle>
            <a:lvl1pPr>
              <a:defRPr sz="24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45" y="2548640"/>
            <a:ext cx="3284756" cy="833090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1pPr>
            <a:lvl2pPr marL="190424" indent="0">
              <a:buNone/>
              <a:defRPr sz="833">
                <a:solidFill>
                  <a:schemeClr val="tx1">
                    <a:tint val="82000"/>
                  </a:schemeClr>
                </a:solidFill>
              </a:defRPr>
            </a:lvl2pPr>
            <a:lvl3pPr marL="380848" indent="0">
              <a:buNone/>
              <a:defRPr sz="750">
                <a:solidFill>
                  <a:schemeClr val="tx1">
                    <a:tint val="82000"/>
                  </a:schemeClr>
                </a:solidFill>
              </a:defRPr>
            </a:lvl3pPr>
            <a:lvl4pPr marL="571271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4pPr>
            <a:lvl5pPr marL="761695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5pPr>
            <a:lvl6pPr marL="952119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6pPr>
            <a:lvl7pPr marL="1142543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7pPr>
            <a:lvl8pPr marL="1332967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8pPr>
            <a:lvl9pPr marL="1523390" indent="0">
              <a:buNone/>
              <a:defRPr sz="66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60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1828" y="1013814"/>
            <a:ext cx="1618576" cy="24164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8009" y="1013814"/>
            <a:ext cx="1618576" cy="24164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725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325" y="202764"/>
            <a:ext cx="3284756" cy="7361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325" y="933591"/>
            <a:ext cx="1611137" cy="457538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90424" indent="0">
              <a:buNone/>
              <a:defRPr sz="833" b="1"/>
            </a:lvl2pPr>
            <a:lvl3pPr marL="380848" indent="0">
              <a:buNone/>
              <a:defRPr sz="750" b="1"/>
            </a:lvl3pPr>
            <a:lvl4pPr marL="571271" indent="0">
              <a:buNone/>
              <a:defRPr sz="666" b="1"/>
            </a:lvl4pPr>
            <a:lvl5pPr marL="761695" indent="0">
              <a:buNone/>
              <a:defRPr sz="666" b="1"/>
            </a:lvl5pPr>
            <a:lvl6pPr marL="952119" indent="0">
              <a:buNone/>
              <a:defRPr sz="666" b="1"/>
            </a:lvl6pPr>
            <a:lvl7pPr marL="1142543" indent="0">
              <a:buNone/>
              <a:defRPr sz="666" b="1"/>
            </a:lvl7pPr>
            <a:lvl8pPr marL="1332967" indent="0">
              <a:buNone/>
              <a:defRPr sz="666" b="1"/>
            </a:lvl8pPr>
            <a:lvl9pPr marL="1523390" indent="0">
              <a:buNone/>
              <a:defRPr sz="66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325" y="1391128"/>
            <a:ext cx="1611137" cy="2046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28009" y="933591"/>
            <a:ext cx="1619072" cy="457538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90424" indent="0">
              <a:buNone/>
              <a:defRPr sz="833" b="1"/>
            </a:lvl2pPr>
            <a:lvl3pPr marL="380848" indent="0">
              <a:buNone/>
              <a:defRPr sz="750" b="1"/>
            </a:lvl3pPr>
            <a:lvl4pPr marL="571271" indent="0">
              <a:buNone/>
              <a:defRPr sz="666" b="1"/>
            </a:lvl4pPr>
            <a:lvl5pPr marL="761695" indent="0">
              <a:buNone/>
              <a:defRPr sz="666" b="1"/>
            </a:lvl5pPr>
            <a:lvl6pPr marL="952119" indent="0">
              <a:buNone/>
              <a:defRPr sz="666" b="1"/>
            </a:lvl6pPr>
            <a:lvl7pPr marL="1142543" indent="0">
              <a:buNone/>
              <a:defRPr sz="666" b="1"/>
            </a:lvl7pPr>
            <a:lvl8pPr marL="1332967" indent="0">
              <a:buNone/>
              <a:defRPr sz="666" b="1"/>
            </a:lvl8pPr>
            <a:lvl9pPr marL="1523390" indent="0">
              <a:buNone/>
              <a:defRPr sz="66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28009" y="1391128"/>
            <a:ext cx="1619072" cy="2046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50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3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325" y="253894"/>
            <a:ext cx="1228312" cy="888630"/>
          </a:xfrm>
        </p:spPr>
        <p:txBody>
          <a:bodyPr anchor="b"/>
          <a:lstStyle>
            <a:lvl1pPr>
              <a:defRPr sz="13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072" y="548342"/>
            <a:ext cx="1928009" cy="2706442"/>
          </a:xfrm>
        </p:spPr>
        <p:txBody>
          <a:bodyPr/>
          <a:lstStyle>
            <a:lvl1pPr>
              <a:defRPr sz="1333"/>
            </a:lvl1pPr>
            <a:lvl2pPr>
              <a:defRPr sz="1166"/>
            </a:lvl2pPr>
            <a:lvl3pPr>
              <a:defRPr sz="1000"/>
            </a:lvl3pPr>
            <a:lvl4pPr>
              <a:defRPr sz="833"/>
            </a:lvl4pPr>
            <a:lvl5pPr>
              <a:defRPr sz="833"/>
            </a:lvl5pPr>
            <a:lvl6pPr>
              <a:defRPr sz="833"/>
            </a:lvl6pPr>
            <a:lvl7pPr>
              <a:defRPr sz="833"/>
            </a:lvl7pPr>
            <a:lvl8pPr>
              <a:defRPr sz="833"/>
            </a:lvl8pPr>
            <a:lvl9pPr>
              <a:defRPr sz="8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2325" y="1142524"/>
            <a:ext cx="1228312" cy="2116667"/>
          </a:xfrm>
        </p:spPr>
        <p:txBody>
          <a:bodyPr/>
          <a:lstStyle>
            <a:lvl1pPr marL="0" indent="0">
              <a:buNone/>
              <a:defRPr sz="666"/>
            </a:lvl1pPr>
            <a:lvl2pPr marL="190424" indent="0">
              <a:buNone/>
              <a:defRPr sz="583"/>
            </a:lvl2pPr>
            <a:lvl3pPr marL="380848" indent="0">
              <a:buNone/>
              <a:defRPr sz="500"/>
            </a:lvl3pPr>
            <a:lvl4pPr marL="571271" indent="0">
              <a:buNone/>
              <a:defRPr sz="417"/>
            </a:lvl4pPr>
            <a:lvl5pPr marL="761695" indent="0">
              <a:buNone/>
              <a:defRPr sz="417"/>
            </a:lvl5pPr>
            <a:lvl6pPr marL="952119" indent="0">
              <a:buNone/>
              <a:defRPr sz="417"/>
            </a:lvl6pPr>
            <a:lvl7pPr marL="1142543" indent="0">
              <a:buNone/>
              <a:defRPr sz="417"/>
            </a:lvl7pPr>
            <a:lvl8pPr marL="1332967" indent="0">
              <a:buNone/>
              <a:defRPr sz="417"/>
            </a:lvl8pPr>
            <a:lvl9pPr marL="1523390" indent="0">
              <a:buNone/>
              <a:defRPr sz="41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47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325" y="253894"/>
            <a:ext cx="1228312" cy="888630"/>
          </a:xfrm>
        </p:spPr>
        <p:txBody>
          <a:bodyPr anchor="b"/>
          <a:lstStyle>
            <a:lvl1pPr>
              <a:defRPr sz="13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19072" y="548342"/>
            <a:ext cx="1928009" cy="2706442"/>
          </a:xfrm>
        </p:spPr>
        <p:txBody>
          <a:bodyPr anchor="t"/>
          <a:lstStyle>
            <a:lvl1pPr marL="0" indent="0">
              <a:buNone/>
              <a:defRPr sz="1333"/>
            </a:lvl1pPr>
            <a:lvl2pPr marL="190424" indent="0">
              <a:buNone/>
              <a:defRPr sz="1166"/>
            </a:lvl2pPr>
            <a:lvl3pPr marL="380848" indent="0">
              <a:buNone/>
              <a:defRPr sz="1000"/>
            </a:lvl3pPr>
            <a:lvl4pPr marL="571271" indent="0">
              <a:buNone/>
              <a:defRPr sz="833"/>
            </a:lvl4pPr>
            <a:lvl5pPr marL="761695" indent="0">
              <a:buNone/>
              <a:defRPr sz="833"/>
            </a:lvl5pPr>
            <a:lvl6pPr marL="952119" indent="0">
              <a:buNone/>
              <a:defRPr sz="833"/>
            </a:lvl6pPr>
            <a:lvl7pPr marL="1142543" indent="0">
              <a:buNone/>
              <a:defRPr sz="833"/>
            </a:lvl7pPr>
            <a:lvl8pPr marL="1332967" indent="0">
              <a:buNone/>
              <a:defRPr sz="833"/>
            </a:lvl8pPr>
            <a:lvl9pPr marL="1523390" indent="0">
              <a:buNone/>
              <a:defRPr sz="83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2325" y="1142524"/>
            <a:ext cx="1228312" cy="2116667"/>
          </a:xfrm>
        </p:spPr>
        <p:txBody>
          <a:bodyPr/>
          <a:lstStyle>
            <a:lvl1pPr marL="0" indent="0">
              <a:buNone/>
              <a:defRPr sz="666"/>
            </a:lvl1pPr>
            <a:lvl2pPr marL="190424" indent="0">
              <a:buNone/>
              <a:defRPr sz="583"/>
            </a:lvl2pPr>
            <a:lvl3pPr marL="380848" indent="0">
              <a:buNone/>
              <a:defRPr sz="500"/>
            </a:lvl3pPr>
            <a:lvl4pPr marL="571271" indent="0">
              <a:buNone/>
              <a:defRPr sz="417"/>
            </a:lvl4pPr>
            <a:lvl5pPr marL="761695" indent="0">
              <a:buNone/>
              <a:defRPr sz="417"/>
            </a:lvl5pPr>
            <a:lvl6pPr marL="952119" indent="0">
              <a:buNone/>
              <a:defRPr sz="417"/>
            </a:lvl6pPr>
            <a:lvl7pPr marL="1142543" indent="0">
              <a:buNone/>
              <a:defRPr sz="417"/>
            </a:lvl7pPr>
            <a:lvl8pPr marL="1332967" indent="0">
              <a:buNone/>
              <a:defRPr sz="417"/>
            </a:lvl8pPr>
            <a:lvl9pPr marL="1523390" indent="0">
              <a:buNone/>
              <a:defRPr sz="41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36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94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25396" y="202763"/>
            <a:ext cx="821189" cy="32274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1829" y="202763"/>
            <a:ext cx="2415962" cy="32274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83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829" y="202764"/>
            <a:ext cx="3284756" cy="736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829" y="1013814"/>
            <a:ext cx="3284756" cy="2416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1828" y="3529835"/>
            <a:ext cx="856893" cy="2027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78522-B719-4B3C-8432-AAA105038F1A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61537" y="3529835"/>
            <a:ext cx="1285339" cy="2027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89692" y="3529835"/>
            <a:ext cx="856893" cy="2027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061A7-8DC5-4ABF-8047-366E7F296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964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0848" rtl="0" eaLnBrk="1" latinLnBrk="0" hangingPunct="1">
        <a:lnSpc>
          <a:spcPct val="90000"/>
        </a:lnSpc>
        <a:spcBef>
          <a:spcPct val="0"/>
        </a:spcBef>
        <a:buNone/>
        <a:defRPr sz="18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212" indent="-95212" algn="l" defTabSz="380848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1pPr>
      <a:lvl2pPr marL="285636" indent="-95212" algn="l" defTabSz="380848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76060" indent="-95212" algn="l" defTabSz="380848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833" kern="1200">
          <a:solidFill>
            <a:schemeClr val="tx1"/>
          </a:solidFill>
          <a:latin typeface="+mn-lt"/>
          <a:ea typeface="+mn-ea"/>
          <a:cs typeface="+mn-cs"/>
        </a:defRPr>
      </a:lvl3pPr>
      <a:lvl4pPr marL="666483" indent="-95212" algn="l" defTabSz="380848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56907" indent="-95212" algn="l" defTabSz="380848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5pPr>
      <a:lvl6pPr marL="1047331" indent="-95212" algn="l" defTabSz="380848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6pPr>
      <a:lvl7pPr marL="1237755" indent="-95212" algn="l" defTabSz="380848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7pPr>
      <a:lvl8pPr marL="1428179" indent="-95212" algn="l" defTabSz="380848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8pPr>
      <a:lvl9pPr marL="1618602" indent="-95212" algn="l" defTabSz="380848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848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1pPr>
      <a:lvl2pPr marL="190424" algn="l" defTabSz="380848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2pPr>
      <a:lvl3pPr marL="380848" algn="l" defTabSz="380848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571271" algn="l" defTabSz="380848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761695" algn="l" defTabSz="380848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5pPr>
      <a:lvl6pPr marL="952119" algn="l" defTabSz="380848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6pPr>
      <a:lvl7pPr marL="1142543" algn="l" defTabSz="380848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7pPr>
      <a:lvl8pPr marL="1332967" algn="l" defTabSz="380848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8pPr>
      <a:lvl9pPr marL="1523390" algn="l" defTabSz="380848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40845D5-E084-9DD8-A574-3E8CBD541C1F}"/>
              </a:ext>
            </a:extLst>
          </p:cNvPr>
          <p:cNvSpPr/>
          <p:nvPr/>
        </p:nvSpPr>
        <p:spPr>
          <a:xfrm>
            <a:off x="793060" y="791987"/>
            <a:ext cx="2229912" cy="2229912"/>
          </a:xfrm>
          <a:custGeom>
            <a:avLst/>
            <a:gdLst>
              <a:gd name="csX0" fmla="*/ 1114781 w 2229910"/>
              <a:gd name="csY0" fmla="*/ 2229829 h 2229910"/>
              <a:gd name="csX1" fmla="*/ -175 w 2229910"/>
              <a:gd name="csY1" fmla="*/ 1114874 h 2229910"/>
              <a:gd name="csX2" fmla="*/ 1114781 w 2229910"/>
              <a:gd name="csY2" fmla="*/ -81 h 2229910"/>
              <a:gd name="csX3" fmla="*/ 2229736 w 2229910"/>
              <a:gd name="csY3" fmla="*/ 1114874 h 22299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29910" h="2229910">
                <a:moveTo>
                  <a:pt x="1114781" y="2229829"/>
                </a:moveTo>
                <a:cubicBezTo>
                  <a:pt x="498921" y="2229829"/>
                  <a:pt x="-175" y="1730733"/>
                  <a:pt x="-175" y="1114874"/>
                </a:cubicBezTo>
                <a:cubicBezTo>
                  <a:pt x="-175" y="499015"/>
                  <a:pt x="498921" y="-81"/>
                  <a:pt x="1114781" y="-81"/>
                </a:cubicBezTo>
                <a:cubicBezTo>
                  <a:pt x="1730640" y="-81"/>
                  <a:pt x="2229736" y="499015"/>
                  <a:pt x="2229736" y="1114874"/>
                </a:cubicBezTo>
              </a:path>
            </a:pathLst>
          </a:custGeom>
          <a:noFill/>
          <a:ln w="215558" cap="flat">
            <a:solidFill>
              <a:schemeClr val="bg1">
                <a:alpha val="50000"/>
              </a:schemeClr>
            </a:solidFill>
            <a:prstDash val="solid"/>
            <a:miter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F4F45CE-3FE4-94EB-6D35-5BF67B279D50}"/>
              </a:ext>
            </a:extLst>
          </p:cNvPr>
          <p:cNvSpPr/>
          <p:nvPr/>
        </p:nvSpPr>
        <p:spPr>
          <a:xfrm>
            <a:off x="9315" y="8201"/>
            <a:ext cx="3789777" cy="37897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15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570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for_the_zero</dc:creator>
  <cp:lastModifiedBy>for_the_zero</cp:lastModifiedBy>
  <cp:revision>1</cp:revision>
  <dcterms:created xsi:type="dcterms:W3CDTF">2026-02-17T16:00:01Z</dcterms:created>
  <dcterms:modified xsi:type="dcterms:W3CDTF">2026-02-17T16:02:42Z</dcterms:modified>
</cp:coreProperties>
</file>